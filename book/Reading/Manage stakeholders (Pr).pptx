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Manage stakeholders (</a:t>
            </a:r>
            <a:r>
              <a:rPr lang="en-US" dirty="0" err="1" smtClean="0"/>
              <a:t>Pr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9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Category</a:t>
            </a:r>
            <a:endParaRPr lang="en-US" dirty="0"/>
          </a:p>
        </p:txBody>
      </p:sp>
      <p:pic>
        <p:nvPicPr>
          <p:cNvPr id="1026" name="Picture 2" descr="How To Deal With Domineering Wom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954" y="3112449"/>
            <a:ext cx="2600506" cy="173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43125" y="5202770"/>
            <a:ext cx="162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Domineering</a:t>
            </a:r>
            <a:endParaRPr lang="en-US" dirty="0"/>
          </a:p>
        </p:txBody>
      </p:sp>
      <p:pic>
        <p:nvPicPr>
          <p:cNvPr id="1028" name="Picture 4" descr="Confusing words (Part 1) - english to 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634" y="3112449"/>
            <a:ext cx="2638606" cy="173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realistic expectations put millennials at risk of burnout | Financial  Tim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092" y="3112449"/>
            <a:ext cx="2834549" cy="173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575950" y="5189106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Confusing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339926" y="5189106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Unrealistic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98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deal with the Dominators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7658120" cy="3416300"/>
          </a:xfrm>
        </p:spPr>
        <p:txBody>
          <a:bodyPr/>
          <a:lstStyle/>
          <a:p>
            <a:r>
              <a:rPr lang="en-US" dirty="0" smtClean="0"/>
              <a:t>Meet separately to ask them hold back</a:t>
            </a:r>
          </a:p>
          <a:p>
            <a:r>
              <a:rPr lang="en-US" dirty="0" smtClean="0"/>
              <a:t>Conduct round robin start at the end opposite from the dominator</a:t>
            </a:r>
          </a:p>
          <a:p>
            <a:r>
              <a:rPr lang="en-US" dirty="0" smtClean="0"/>
              <a:t>Stand up to regain control or focus if needed</a:t>
            </a:r>
          </a:p>
          <a:p>
            <a:r>
              <a:rPr lang="en-US" dirty="0" smtClean="0"/>
              <a:t>Repeat/validate the points &amp; write them down</a:t>
            </a:r>
          </a:p>
          <a:p>
            <a:r>
              <a:rPr lang="en-US" dirty="0" smtClean="0"/>
              <a:t>Pivot the conversation to ask for solution</a:t>
            </a:r>
          </a:p>
          <a:p>
            <a:r>
              <a:rPr lang="en-US" dirty="0" smtClean="0"/>
              <a:t>Brain writing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222" y="2382837"/>
            <a:ext cx="3248025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5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251789" cy="706964"/>
          </a:xfrm>
        </p:spPr>
        <p:txBody>
          <a:bodyPr/>
          <a:lstStyle/>
          <a:p>
            <a:r>
              <a:rPr lang="en-US" dirty="0"/>
              <a:t>How to deal with confusing stakeholder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6508588" cy="3416300"/>
          </a:xfrm>
        </p:spPr>
        <p:txBody>
          <a:bodyPr/>
          <a:lstStyle/>
          <a:p>
            <a:pPr algn="just"/>
            <a:r>
              <a:rPr lang="en-US" dirty="0" smtClean="0"/>
              <a:t>Clarify early</a:t>
            </a:r>
            <a:r>
              <a:rPr lang="en-US" dirty="0"/>
              <a:t> </a:t>
            </a:r>
            <a:r>
              <a:rPr lang="en-US" dirty="0" smtClean="0"/>
              <a:t>&amp; often. Identify in-scope </a:t>
            </a:r>
            <a:r>
              <a:rPr lang="en-US" dirty="0"/>
              <a:t>items and out-of-scope items</a:t>
            </a:r>
            <a:r>
              <a:rPr lang="en-US" dirty="0" smtClean="0"/>
              <a:t> </a:t>
            </a:r>
          </a:p>
          <a:p>
            <a:pPr algn="just"/>
            <a:r>
              <a:rPr lang="en-US" dirty="0"/>
              <a:t>Identify their “soap box issue” early and emphasize WIIFT (</a:t>
            </a:r>
            <a:r>
              <a:rPr lang="en-US" i="1" dirty="0"/>
              <a:t>W</a:t>
            </a:r>
            <a:r>
              <a:rPr lang="en-US" dirty="0"/>
              <a:t>hat’s </a:t>
            </a:r>
            <a:r>
              <a:rPr lang="en-US" i="1" dirty="0"/>
              <a:t>I</a:t>
            </a:r>
            <a:r>
              <a:rPr lang="en-US" dirty="0"/>
              <a:t>n </a:t>
            </a:r>
            <a:r>
              <a:rPr lang="en-US" i="1" dirty="0"/>
              <a:t>I</a:t>
            </a:r>
            <a:r>
              <a:rPr lang="en-US" dirty="0"/>
              <a:t>t </a:t>
            </a:r>
            <a:r>
              <a:rPr lang="en-US" i="1" dirty="0"/>
              <a:t>F</a:t>
            </a:r>
            <a:r>
              <a:rPr lang="en-US" dirty="0"/>
              <a:t>or </a:t>
            </a:r>
            <a:r>
              <a:rPr lang="en-US" i="1" dirty="0"/>
              <a:t>T</a:t>
            </a:r>
            <a:r>
              <a:rPr lang="en-US" dirty="0"/>
              <a:t>hem</a:t>
            </a:r>
            <a:r>
              <a:rPr lang="en-US" dirty="0" smtClean="0"/>
              <a:t>). Ask for explanation about motivation</a:t>
            </a:r>
            <a:r>
              <a:rPr lang="en-US" dirty="0"/>
              <a:t>/ driving </a:t>
            </a:r>
            <a:r>
              <a:rPr lang="en-US" dirty="0" smtClean="0"/>
              <a:t>factor</a:t>
            </a:r>
          </a:p>
          <a:p>
            <a:pPr algn="just"/>
            <a:r>
              <a:rPr lang="en-US" dirty="0"/>
              <a:t>Ask </a:t>
            </a:r>
            <a:r>
              <a:rPr lang="en-US" dirty="0" smtClean="0"/>
              <a:t>stakeholders </a:t>
            </a:r>
            <a:r>
              <a:rPr lang="en-US" dirty="0"/>
              <a:t>to prioritize cost, time, and </a:t>
            </a:r>
            <a:r>
              <a:rPr lang="en-US" dirty="0" smtClean="0"/>
              <a:t>scope</a:t>
            </a:r>
          </a:p>
          <a:p>
            <a:pPr algn="just"/>
            <a:r>
              <a:rPr lang="en-US" dirty="0"/>
              <a:t>Explicitly ask how they will define success. Always ask </a:t>
            </a:r>
            <a:r>
              <a:rPr lang="en-US" dirty="0" smtClean="0"/>
              <a:t>stakeholders to </a:t>
            </a:r>
            <a:r>
              <a:rPr lang="en-US" dirty="0"/>
              <a:t>finish this sentence: “</a:t>
            </a:r>
            <a:r>
              <a:rPr lang="en-US" i="1" dirty="0"/>
              <a:t>I will consider this project a success if…”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463" y="2603500"/>
            <a:ext cx="350520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6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9007949" cy="706964"/>
          </a:xfrm>
        </p:spPr>
        <p:txBody>
          <a:bodyPr/>
          <a:lstStyle/>
          <a:p>
            <a:r>
              <a:rPr lang="en-US" dirty="0" smtClean="0"/>
              <a:t>How to deal with unrealistic stakeholder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6447629" cy="3416300"/>
          </a:xfrm>
        </p:spPr>
        <p:txBody>
          <a:bodyPr/>
          <a:lstStyle/>
          <a:p>
            <a:pPr algn="just"/>
            <a:r>
              <a:rPr lang="en-US" dirty="0" smtClean="0"/>
              <a:t>Identify </a:t>
            </a:r>
            <a:r>
              <a:rPr lang="en-US" dirty="0"/>
              <a:t>the specific mandatory requirements (and separate the “wants” from the “needs</a:t>
            </a:r>
            <a:r>
              <a:rPr lang="en-US" dirty="0" smtClean="0"/>
              <a:t>”).</a:t>
            </a:r>
          </a:p>
          <a:p>
            <a:pPr algn="just"/>
            <a:r>
              <a:rPr lang="en-US" dirty="0"/>
              <a:t>Document your risk analysis. Check with the </a:t>
            </a:r>
            <a:r>
              <a:rPr lang="en-US" dirty="0" smtClean="0"/>
              <a:t>stakeholder </a:t>
            </a:r>
            <a:r>
              <a:rPr lang="en-US" dirty="0"/>
              <a:t>to ensure that he or she is comfortable with that level of </a:t>
            </a:r>
            <a:r>
              <a:rPr lang="en-US" dirty="0" smtClean="0"/>
              <a:t>risk.</a:t>
            </a:r>
          </a:p>
          <a:p>
            <a:pPr algn="just"/>
            <a:r>
              <a:rPr lang="en-US" dirty="0"/>
              <a:t>Remember the </a:t>
            </a:r>
            <a:r>
              <a:rPr lang="en-US" dirty="0" smtClean="0"/>
              <a:t>“triple constraint”</a:t>
            </a:r>
          </a:p>
          <a:p>
            <a:pPr algn="just"/>
            <a:r>
              <a:rPr lang="en-US" dirty="0"/>
              <a:t>Push back if the </a:t>
            </a:r>
            <a:r>
              <a:rPr lang="en-US" dirty="0" smtClean="0"/>
              <a:t>stakeholder’s </a:t>
            </a:r>
            <a:r>
              <a:rPr lang="en-US" dirty="0"/>
              <a:t>expectations are just not realistic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49" y="2420620"/>
            <a:ext cx="3747935" cy="376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20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Duy’s</a:t>
            </a:r>
            <a:r>
              <a:rPr lang="en-US" dirty="0" smtClean="0"/>
              <a:t>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6613092" cy="34163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How </a:t>
            </a:r>
            <a:r>
              <a:rPr lang="en-US" dirty="0"/>
              <a:t>can we choose best technique suited for producing results when preparing for elicitation? Frequent technique used for </a:t>
            </a:r>
            <a:r>
              <a:rPr lang="en-US" dirty="0" smtClean="0"/>
              <a:t>elicitation?</a:t>
            </a:r>
          </a:p>
          <a:p>
            <a:pPr algn="just"/>
            <a:r>
              <a:rPr lang="en-US" dirty="0" smtClean="0"/>
              <a:t>When </a:t>
            </a:r>
            <a:r>
              <a:rPr lang="en-US" dirty="0"/>
              <a:t>preparing for elicitation, we need to have a </a:t>
            </a:r>
            <a:r>
              <a:rPr lang="en-US" dirty="0" smtClean="0"/>
              <a:t>preparation guides </a:t>
            </a:r>
            <a:r>
              <a:rPr lang="en-US" dirty="0"/>
              <a:t>about the scope and purpose of elicitation activities. What are the basic information needed for the </a:t>
            </a:r>
            <a:r>
              <a:rPr lang="en-US" dirty="0" smtClean="0"/>
              <a:t>guides?</a:t>
            </a:r>
          </a:p>
          <a:p>
            <a:pPr algn="just"/>
            <a:r>
              <a:rPr lang="en-US" dirty="0" smtClean="0"/>
              <a:t>Do </a:t>
            </a:r>
            <a:r>
              <a:rPr lang="en-US" dirty="0"/>
              <a:t>we have questions as additional support for this </a:t>
            </a:r>
            <a:r>
              <a:rPr lang="en-US" dirty="0" smtClean="0"/>
              <a:t>guide?</a:t>
            </a:r>
          </a:p>
          <a:p>
            <a:pPr algn="just"/>
            <a:r>
              <a:rPr lang="en-US" dirty="0" smtClean="0"/>
              <a:t>What </a:t>
            </a:r>
            <a:r>
              <a:rPr lang="en-US" dirty="0"/>
              <a:t>happen if the elicitation comes out of scope? How do we prevent from going out of scope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2050" name="Picture 2" descr="Students' Speak: Group Discussion Top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509" y="2490651"/>
            <a:ext cx="3762102" cy="352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54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8712</TotalTime>
  <Words>290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Manage stakeholders (Pr)</vt:lpstr>
      <vt:lpstr>Category</vt:lpstr>
      <vt:lpstr>How to deal with the Dominators</vt:lpstr>
      <vt:lpstr>How to deal with confusing stakeholder</vt:lpstr>
      <vt:lpstr>How to deal with unrealistic stakeholder</vt:lpstr>
      <vt:lpstr>Duy’s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stakeholders (Pr)</dc:title>
  <dc:creator>Nguyễn Thành Nam (1MG-1COR-COR-TECH)</dc:creator>
  <cp:lastModifiedBy>Nguyễn Thành Nam (1MG-1COR-COR-TECH)</cp:lastModifiedBy>
  <cp:revision>18</cp:revision>
  <dcterms:created xsi:type="dcterms:W3CDTF">2021-04-01T02:43:23Z</dcterms:created>
  <dcterms:modified xsi:type="dcterms:W3CDTF">2021-04-07T03:55:33Z</dcterms:modified>
</cp:coreProperties>
</file>