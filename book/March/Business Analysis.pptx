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6" autoAdjust="0"/>
    <p:restoredTop sz="82418" autoAdjust="0"/>
  </p:normalViewPr>
  <p:slideViewPr>
    <p:cSldViewPr snapToGrid="0">
      <p:cViewPr varScale="1">
        <p:scale>
          <a:sx n="60" d="100"/>
          <a:sy n="60" d="100"/>
        </p:scale>
        <p:origin x="1344" y="72"/>
      </p:cViewPr>
      <p:guideLst/>
    </p:cSldViewPr>
  </p:slideViewPr>
  <p:notesTextViewPr>
    <p:cViewPr>
      <p:scale>
        <a:sx n="3" d="2"/>
        <a:sy n="3" d="2"/>
      </p:scale>
      <p:origin x="0" y="-16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8E10A-62AF-4F06-AB06-69E357DF21EE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0361B-99E5-4B9C-9A89-8AF9793D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2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Doanh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nghiệp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nắm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outcome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goals. 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vận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thục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Process Modeling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cực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kì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lợi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ích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D0361B-99E5-4B9C-9A89-8AF9793D6A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10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ích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 team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jobs, services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tầng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D0361B-99E5-4B9C-9A89-8AF9793D6A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11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kĩ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BPM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gì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1.kĩ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2.Diễn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3.Nhận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tin, chi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sung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D0361B-99E5-4B9C-9A89-8AF9793D6A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00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Models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hổng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bởi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D0361B-99E5-4B9C-9A89-8AF9793D6A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75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BPM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flow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stakeholders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đích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BPM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BPM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D0361B-99E5-4B9C-9A89-8AF9793D6A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43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Modeling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gì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?</a:t>
            </a:r>
          </a:p>
          <a:p>
            <a:pPr lvl="0"/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complex business process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lợi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kém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trách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nhiệm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BPM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tầm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nhìn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D0361B-99E5-4B9C-9A89-8AF9793D6A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64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3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9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06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29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6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4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6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0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2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2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B24C8F-1FB0-416E-AE9E-037C028B6D3F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B9313B-4CD7-4B04-AEFB-BFAC58DDF64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8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Business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64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52861" y="2144872"/>
            <a:ext cx="7164218" cy="2745592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Business Process Modeling</a:t>
            </a:r>
          </a:p>
          <a:p>
            <a:r>
              <a:rPr lang="en-US" sz="4400" b="1" dirty="0" smtClean="0"/>
              <a:t>(BPM)</a:t>
            </a:r>
          </a:p>
          <a:p>
            <a:r>
              <a:rPr lang="en-US" sz="2800" dirty="0" smtClean="0"/>
              <a:t>Visualize </a:t>
            </a:r>
            <a:r>
              <a:rPr lang="en-US" sz="2800" dirty="0" err="1" smtClean="0"/>
              <a:t>cách</a:t>
            </a:r>
            <a:r>
              <a:rPr lang="en-US" sz="2800" dirty="0" smtClean="0"/>
              <a:t> </a:t>
            </a:r>
            <a:r>
              <a:rPr lang="en-US" sz="2800" dirty="0" err="1" smtClean="0"/>
              <a:t>hoạt</a:t>
            </a:r>
            <a:r>
              <a:rPr lang="en-US" sz="2800" dirty="0" smtClean="0"/>
              <a:t> </a:t>
            </a:r>
            <a:r>
              <a:rPr lang="en-US" sz="2800" dirty="0" err="1" smtClean="0"/>
              <a:t>động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err="1" smtClean="0"/>
              <a:t>một</a:t>
            </a:r>
            <a:r>
              <a:rPr lang="en-US" sz="2800" dirty="0" smtClean="0"/>
              <a:t> </a:t>
            </a:r>
            <a:r>
              <a:rPr lang="en-US" sz="2800" dirty="0" err="1" smtClean="0"/>
              <a:t>công</a:t>
            </a:r>
            <a:r>
              <a:rPr lang="en-US" sz="2800" dirty="0" smtClean="0"/>
              <a:t> ty</a:t>
            </a:r>
            <a:endParaRPr lang="en-US" sz="2800" dirty="0"/>
          </a:p>
          <a:p>
            <a:endParaRPr lang="en-US" sz="4400" dirty="0"/>
          </a:p>
        </p:txBody>
      </p:sp>
      <p:pic>
        <p:nvPicPr>
          <p:cNvPr id="1026" name="Picture 2" descr="Guide to Business Process Modeling | Smartshee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" y="2144872"/>
            <a:ext cx="3589020" cy="243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6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Business Process Modeling</a:t>
            </a:r>
            <a:br>
              <a:rPr lang="en-US" b="1" dirty="0"/>
            </a:br>
            <a:r>
              <a:rPr lang="en-US" b="1" dirty="0"/>
              <a:t>(BPM</a:t>
            </a:r>
            <a:r>
              <a:rPr lang="en-US" b="1" dirty="0" smtClean="0"/>
              <a:t>)</a:t>
            </a:r>
            <a:endParaRPr lang="en-US" b="1" dirty="0"/>
          </a:p>
        </p:txBody>
      </p:sp>
      <p:pic>
        <p:nvPicPr>
          <p:cNvPr id="2050" name="Picture 2" descr="Business Process Modeling for Better Business - Neudesic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408" y="3296093"/>
            <a:ext cx="3976272" cy="289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7280" y="2190307"/>
            <a:ext cx="60821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Quy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endParaRPr lang="en-US" sz="2800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US" sz="2800" dirty="0" err="1" smtClean="0"/>
              <a:t>Hình</a:t>
            </a:r>
            <a:r>
              <a:rPr lang="en-US" sz="2800" dirty="0" smtClean="0"/>
              <a:t> </a:t>
            </a:r>
            <a:r>
              <a:rPr lang="en-US" sz="2800" dirty="0" err="1" smtClean="0"/>
              <a:t>ảnh</a:t>
            </a:r>
            <a:r>
              <a:rPr lang="en-US" sz="2800" dirty="0" smtClean="0"/>
              <a:t> </a:t>
            </a:r>
            <a:r>
              <a:rPr lang="en-US" sz="2800" dirty="0" err="1" smtClean="0"/>
              <a:t>trực</a:t>
            </a:r>
            <a:r>
              <a:rPr lang="en-US" sz="2800" dirty="0" smtClean="0"/>
              <a:t> </a:t>
            </a:r>
            <a:r>
              <a:rPr lang="en-US" sz="2800" dirty="0" err="1" smtClean="0"/>
              <a:t>quan</a:t>
            </a:r>
            <a:endParaRPr lang="en-US" sz="2800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thông</a:t>
            </a:r>
            <a:r>
              <a:rPr lang="en-US" sz="2800" dirty="0" smtClean="0"/>
              <a:t> tin </a:t>
            </a:r>
            <a:r>
              <a:rPr lang="en-US" sz="2800" dirty="0" err="1" smtClean="0"/>
              <a:t>cần</a:t>
            </a:r>
            <a:r>
              <a:rPr lang="en-US" sz="2800" dirty="0" smtClean="0"/>
              <a:t> </a:t>
            </a:r>
            <a:r>
              <a:rPr lang="en-US" sz="2800" dirty="0" err="1" smtClean="0"/>
              <a:t>thiết</a:t>
            </a:r>
            <a:endParaRPr lang="en-US" sz="2800" dirty="0" smtClean="0"/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9438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52861" y="2144872"/>
            <a:ext cx="7164218" cy="2745592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Business Models</a:t>
            </a:r>
          </a:p>
          <a:p>
            <a:r>
              <a:rPr lang="en-US" sz="4400" b="1" dirty="0" smtClean="0"/>
              <a:t>(BM)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thể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hiện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thái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hiện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tại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nhận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định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thái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tương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lai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và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khoảng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trống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20953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/>
              <a:t>BPM</a:t>
            </a:r>
            <a:br>
              <a:rPr lang="en-US" sz="5400" b="1" dirty="0" smtClean="0"/>
            </a:br>
            <a:endParaRPr lang="en-US" sz="54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imag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371" y="615643"/>
            <a:ext cx="5301297" cy="5689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24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+mn-lt"/>
              </a:rPr>
              <a:t>Lợi</a:t>
            </a:r>
            <a:r>
              <a:rPr lang="en-US" b="1" dirty="0" smtClean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Ích</a:t>
            </a:r>
            <a:r>
              <a:rPr lang="en-US" b="1" dirty="0" smtClean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Của</a:t>
            </a:r>
            <a:r>
              <a:rPr lang="en-US" b="1" dirty="0" smtClean="0">
                <a:latin typeface="+mn-lt"/>
              </a:rPr>
              <a:t> BPM</a:t>
            </a:r>
            <a:endParaRPr lang="en-US" b="1" dirty="0"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err="1" smtClean="0"/>
              <a:t>Hiểu</a:t>
            </a:r>
            <a:r>
              <a:rPr lang="en-US" sz="2800" dirty="0" smtClean="0"/>
              <a:t> </a:t>
            </a:r>
            <a:r>
              <a:rPr lang="en-US" sz="2800" dirty="0" err="1" smtClean="0"/>
              <a:t>rõ</a:t>
            </a:r>
            <a:r>
              <a:rPr lang="en-US" sz="2800" dirty="0" smtClean="0"/>
              <a:t> </a:t>
            </a:r>
            <a:r>
              <a:rPr lang="en-US" sz="2800" dirty="0" err="1" smtClean="0"/>
              <a:t>cách</a:t>
            </a:r>
            <a:r>
              <a:rPr lang="en-US" sz="2800" dirty="0" smtClean="0"/>
              <a:t> 1 </a:t>
            </a:r>
            <a:r>
              <a:rPr lang="en-US" sz="2800" dirty="0" err="1" smtClean="0"/>
              <a:t>tổ</a:t>
            </a:r>
            <a:r>
              <a:rPr lang="en-US" sz="2800" dirty="0" smtClean="0"/>
              <a:t> </a:t>
            </a:r>
            <a:r>
              <a:rPr lang="en-US" sz="2800" dirty="0" err="1" smtClean="0"/>
              <a:t>chức</a:t>
            </a:r>
            <a:r>
              <a:rPr lang="en-US" sz="2800" dirty="0" smtClean="0"/>
              <a:t> </a:t>
            </a:r>
            <a:r>
              <a:rPr lang="en-US" sz="2800" dirty="0" err="1" smtClean="0"/>
              <a:t>hoạt</a:t>
            </a:r>
            <a:r>
              <a:rPr lang="en-US" sz="2800" dirty="0" smtClean="0"/>
              <a:t> </a:t>
            </a:r>
            <a:r>
              <a:rPr lang="en-US" sz="2800" dirty="0" err="1" smtClean="0"/>
              <a:t>động</a:t>
            </a:r>
            <a:r>
              <a:rPr lang="en-US" sz="2800" dirty="0" smtClean="0"/>
              <a:t>, </a:t>
            </a:r>
            <a:r>
              <a:rPr lang="en-US" sz="2800" dirty="0" err="1" smtClean="0"/>
              <a:t>làm</a:t>
            </a:r>
            <a:r>
              <a:rPr lang="en-US" sz="2800" dirty="0" smtClean="0"/>
              <a:t> </a:t>
            </a:r>
            <a:r>
              <a:rPr lang="en-US" sz="2800" dirty="0" err="1" smtClean="0"/>
              <a:t>việc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tương</a:t>
            </a:r>
            <a:r>
              <a:rPr lang="en-US" sz="2800" dirty="0" smtClean="0"/>
              <a:t> </a:t>
            </a:r>
            <a:r>
              <a:rPr lang="en-US" sz="2800" dirty="0" err="1" smtClean="0"/>
              <a:t>tác</a:t>
            </a:r>
            <a:r>
              <a:rPr lang="en-US" sz="2800" dirty="0" smtClean="0"/>
              <a:t> </a:t>
            </a:r>
            <a:r>
              <a:rPr lang="en-US" sz="2800" dirty="0" err="1" smtClean="0"/>
              <a:t>với</a:t>
            </a:r>
            <a:r>
              <a:rPr lang="en-US" sz="2800" dirty="0" smtClean="0"/>
              <a:t> </a:t>
            </a:r>
            <a:r>
              <a:rPr lang="en-US" sz="2800" dirty="0" err="1" smtClean="0"/>
              <a:t>bên</a:t>
            </a:r>
            <a:r>
              <a:rPr lang="en-US" sz="2800" dirty="0" smtClean="0"/>
              <a:t> </a:t>
            </a:r>
            <a:r>
              <a:rPr lang="en-US" sz="2800" dirty="0" err="1" smtClean="0"/>
              <a:t>ngoài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err="1" smtClean="0"/>
              <a:t>Chỉ</a:t>
            </a:r>
            <a:r>
              <a:rPr lang="en-US" sz="2800" dirty="0" smtClean="0"/>
              <a:t> </a:t>
            </a:r>
            <a:r>
              <a:rPr lang="en-US" sz="2800" dirty="0" err="1" smtClean="0"/>
              <a:t>ra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điểm</a:t>
            </a:r>
            <a:r>
              <a:rPr lang="en-US" sz="2800" dirty="0" smtClean="0"/>
              <a:t> </a:t>
            </a:r>
            <a:r>
              <a:rPr lang="en-US" sz="2800" dirty="0" err="1" smtClean="0"/>
              <a:t>vẫn</a:t>
            </a:r>
            <a:r>
              <a:rPr lang="en-US" sz="2800" dirty="0" smtClean="0"/>
              <a:t> </a:t>
            </a:r>
            <a:r>
              <a:rPr lang="en-US" sz="2800" dirty="0" err="1" smtClean="0"/>
              <a:t>chưa</a:t>
            </a:r>
            <a:r>
              <a:rPr lang="en-US" sz="2800" dirty="0" smtClean="0"/>
              <a:t> </a:t>
            </a:r>
            <a:r>
              <a:rPr lang="en-US" sz="2800" dirty="0" err="1" smtClean="0"/>
              <a:t>rõ</a:t>
            </a:r>
            <a:r>
              <a:rPr lang="en-US" sz="2800" dirty="0" smtClean="0"/>
              <a:t> </a:t>
            </a:r>
            <a:r>
              <a:rPr lang="en-US" sz="2800" dirty="0" err="1" smtClean="0"/>
              <a:t>ràng</a:t>
            </a:r>
            <a:r>
              <a:rPr lang="en-US" sz="2800" dirty="0" smtClean="0"/>
              <a:t> </a:t>
            </a:r>
            <a:r>
              <a:rPr lang="en-US" sz="2800" dirty="0" err="1" smtClean="0"/>
              <a:t>trong</a:t>
            </a:r>
            <a:r>
              <a:rPr lang="en-US" sz="2800" dirty="0" smtClean="0"/>
              <a:t> process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err="1" smtClean="0"/>
              <a:t>Xác</a:t>
            </a:r>
            <a:r>
              <a:rPr lang="en-US" sz="2800" dirty="0" smtClean="0"/>
              <a:t> </a:t>
            </a:r>
            <a:r>
              <a:rPr lang="en-US" sz="2800" dirty="0" err="1" smtClean="0"/>
              <a:t>định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quá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 </a:t>
            </a:r>
            <a:r>
              <a:rPr lang="en-US" sz="2800" dirty="0" err="1" smtClean="0"/>
              <a:t>làm</a:t>
            </a:r>
            <a:r>
              <a:rPr lang="en-US" sz="2800" dirty="0" smtClean="0"/>
              <a:t> </a:t>
            </a:r>
            <a:r>
              <a:rPr lang="en-US" sz="2800" dirty="0" err="1" smtClean="0"/>
              <a:t>việc</a:t>
            </a:r>
            <a:r>
              <a:rPr lang="en-US" sz="2800" dirty="0" smtClean="0"/>
              <a:t> </a:t>
            </a:r>
            <a:r>
              <a:rPr lang="en-US" sz="2800" dirty="0" err="1" smtClean="0"/>
              <a:t>phức</a:t>
            </a:r>
            <a:r>
              <a:rPr lang="en-US" sz="2800" dirty="0" smtClean="0"/>
              <a:t> </a:t>
            </a:r>
            <a:r>
              <a:rPr lang="en-US" sz="2800" dirty="0" err="1" smtClean="0"/>
              <a:t>tạp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</p:txBody>
      </p:sp>
      <p:pic>
        <p:nvPicPr>
          <p:cNvPr id="5122" name="Picture 2" descr="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555" y="3857414"/>
            <a:ext cx="5403850" cy="217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40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163</TotalTime>
  <Words>511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Business Analysis</vt:lpstr>
      <vt:lpstr>PowerPoint Presentation</vt:lpstr>
      <vt:lpstr>Business Process Modeling (BPM)</vt:lpstr>
      <vt:lpstr>PowerPoint Presentation</vt:lpstr>
      <vt:lpstr>BPM </vt:lpstr>
      <vt:lpstr>Lợi Ích Của BPM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Analysis</dc:title>
  <dc:creator>Phạm Mạnh Hùng (VINID-1MG-HN)</dc:creator>
  <cp:lastModifiedBy>Phạm Mạnh Hùng (VINID-1MG-HN)</cp:lastModifiedBy>
  <cp:revision>10</cp:revision>
  <dcterms:created xsi:type="dcterms:W3CDTF">2021-03-15T08:27:32Z</dcterms:created>
  <dcterms:modified xsi:type="dcterms:W3CDTF">2021-03-15T17:05:20Z</dcterms:modified>
</cp:coreProperties>
</file>